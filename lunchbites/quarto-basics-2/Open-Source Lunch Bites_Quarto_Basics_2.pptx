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4" r:id="rId5"/>
    <p:sldId id="259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E804B9-D857-43AC-941B-6590DB4993AE}" v="5" dt="2026-10-14T22:15:07.2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436" autoAdjust="0"/>
  </p:normalViewPr>
  <p:slideViewPr>
    <p:cSldViewPr snapToGrid="0">
      <p:cViewPr varScale="1">
        <p:scale>
          <a:sx n="100" d="100"/>
          <a:sy n="100" d="100"/>
        </p:scale>
        <p:origin x="9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own, Martin" userId="06a5e24d-74e4-46ed-adf7-dba0adc03354" providerId="ADAL" clId="{78C6B6D0-36CC-49F9-B5EA-7288E0ECE505}"/>
    <pc:docChg chg="custSel addSld delSld modSld sldOrd">
      <pc:chgData name="Brown, Martin" userId="06a5e24d-74e4-46ed-adf7-dba0adc03354" providerId="ADAL" clId="{78C6B6D0-36CC-49F9-B5EA-7288E0ECE505}" dt="2026-10-14T22:15:31.324" v="1002" actId="1076"/>
      <pc:docMkLst>
        <pc:docMk/>
      </pc:docMkLst>
      <pc:sldChg chg="modSp mod">
        <pc:chgData name="Brown, Martin" userId="06a5e24d-74e4-46ed-adf7-dba0adc03354" providerId="ADAL" clId="{78C6B6D0-36CC-49F9-B5EA-7288E0ECE505}" dt="2026-10-14T12:50:13.964" v="859" actId="20577"/>
        <pc:sldMkLst>
          <pc:docMk/>
          <pc:sldMk cId="4193518335" sldId="256"/>
        </pc:sldMkLst>
        <pc:spChg chg="mod">
          <ac:chgData name="Brown, Martin" userId="06a5e24d-74e4-46ed-adf7-dba0adc03354" providerId="ADAL" clId="{78C6B6D0-36CC-49F9-B5EA-7288E0ECE505}" dt="2026-10-14T12:50:13.964" v="859" actId="20577"/>
          <ac:spMkLst>
            <pc:docMk/>
            <pc:sldMk cId="4193518335" sldId="256"/>
            <ac:spMk id="3" creationId="{F027E546-8C4F-023D-5B86-D4A5A5D0873F}"/>
          </ac:spMkLst>
        </pc:spChg>
      </pc:sldChg>
      <pc:sldChg chg="modSp mod">
        <pc:chgData name="Brown, Martin" userId="06a5e24d-74e4-46ed-adf7-dba0adc03354" providerId="ADAL" clId="{78C6B6D0-36CC-49F9-B5EA-7288E0ECE505}" dt="2026-09-17T08:52:10.116" v="848" actId="20577"/>
        <pc:sldMkLst>
          <pc:docMk/>
          <pc:sldMk cId="1544404074" sldId="257"/>
        </pc:sldMkLst>
        <pc:graphicFrameChg chg="mod modGraphic">
          <ac:chgData name="Brown, Martin" userId="06a5e24d-74e4-46ed-adf7-dba0adc03354" providerId="ADAL" clId="{78C6B6D0-36CC-49F9-B5EA-7288E0ECE505}" dt="2026-09-17T08:52:10.116" v="848" actId="20577"/>
          <ac:graphicFrameMkLst>
            <pc:docMk/>
            <pc:sldMk cId="1544404074" sldId="257"/>
            <ac:graphicFrameMk id="18" creationId="{522F3B48-A1E6-FDAA-B90A-C8A82721726F}"/>
          </ac:graphicFrameMkLst>
        </pc:graphicFrameChg>
      </pc:sldChg>
      <pc:sldChg chg="modSp mod">
        <pc:chgData name="Brown, Martin" userId="06a5e24d-74e4-46ed-adf7-dba0adc03354" providerId="ADAL" clId="{78C6B6D0-36CC-49F9-B5EA-7288E0ECE505}" dt="2026-10-14T12:50:39.924" v="883" actId="20577"/>
        <pc:sldMkLst>
          <pc:docMk/>
          <pc:sldMk cId="540362381" sldId="264"/>
        </pc:sldMkLst>
        <pc:spChg chg="mod">
          <ac:chgData name="Brown, Martin" userId="06a5e24d-74e4-46ed-adf7-dba0adc03354" providerId="ADAL" clId="{78C6B6D0-36CC-49F9-B5EA-7288E0ECE505}" dt="2026-10-14T12:50:39.924" v="883" actId="20577"/>
          <ac:spMkLst>
            <pc:docMk/>
            <pc:sldMk cId="540362381" sldId="264"/>
            <ac:spMk id="3" creationId="{E152A716-7B19-CB10-27B8-60A30879AE79}"/>
          </ac:spMkLst>
        </pc:spChg>
      </pc:sldChg>
      <pc:sldChg chg="addSp delSp modSp add mod">
        <pc:chgData name="Brown, Martin" userId="06a5e24d-74e4-46ed-adf7-dba0adc03354" providerId="ADAL" clId="{78C6B6D0-36CC-49F9-B5EA-7288E0ECE505}" dt="2026-10-14T22:15:31.324" v="1002" actId="1076"/>
        <pc:sldMkLst>
          <pc:docMk/>
          <pc:sldMk cId="645953693" sldId="265"/>
        </pc:sldMkLst>
        <pc:spChg chg="mod">
          <ac:chgData name="Brown, Martin" userId="06a5e24d-74e4-46ed-adf7-dba0adc03354" providerId="ADAL" clId="{78C6B6D0-36CC-49F9-B5EA-7288E0ECE505}" dt="2026-10-14T21:00:17.990" v="896" actId="26606"/>
          <ac:spMkLst>
            <pc:docMk/>
            <pc:sldMk cId="645953693" sldId="265"/>
            <ac:spMk id="2" creationId="{588EEBC5-04D0-03CD-778F-13676D988A04}"/>
          </ac:spMkLst>
        </pc:spChg>
        <pc:spChg chg="add mod">
          <ac:chgData name="Brown, Martin" userId="06a5e24d-74e4-46ed-adf7-dba0adc03354" providerId="ADAL" clId="{78C6B6D0-36CC-49F9-B5EA-7288E0ECE505}" dt="2026-10-14T21:33:26.305" v="977" actId="1076"/>
          <ac:spMkLst>
            <pc:docMk/>
            <pc:sldMk cId="645953693" sldId="265"/>
            <ac:spMk id="5" creationId="{24B4BE29-89F7-3073-1EAF-70B8977ECC7A}"/>
          </ac:spMkLst>
        </pc:spChg>
        <pc:spChg chg="del">
          <ac:chgData name="Brown, Martin" userId="06a5e24d-74e4-46ed-adf7-dba0adc03354" providerId="ADAL" clId="{78C6B6D0-36CC-49F9-B5EA-7288E0ECE505}" dt="2026-10-14T20:59:42.912" v="890" actId="478"/>
          <ac:spMkLst>
            <pc:docMk/>
            <pc:sldMk cId="645953693" sldId="265"/>
            <ac:spMk id="6" creationId="{94CED39B-AF7A-0DA4-955E-3FB2E0471D21}"/>
          </ac:spMkLst>
        </pc:spChg>
        <pc:spChg chg="del mod">
          <ac:chgData name="Brown, Martin" userId="06a5e24d-74e4-46ed-adf7-dba0adc03354" providerId="ADAL" clId="{78C6B6D0-36CC-49F9-B5EA-7288E0ECE505}" dt="2026-10-14T20:59:46.346" v="892" actId="478"/>
          <ac:spMkLst>
            <pc:docMk/>
            <pc:sldMk cId="645953693" sldId="265"/>
            <ac:spMk id="7" creationId="{9889421F-1ADF-1B11-ED4F-B0A7D6A866AD}"/>
          </ac:spMkLst>
        </pc:spChg>
        <pc:spChg chg="del">
          <ac:chgData name="Brown, Martin" userId="06a5e24d-74e4-46ed-adf7-dba0adc03354" providerId="ADAL" clId="{78C6B6D0-36CC-49F9-B5EA-7288E0ECE505}" dt="2026-10-14T21:00:00.305" v="894" actId="26606"/>
          <ac:spMkLst>
            <pc:docMk/>
            <pc:sldMk cId="645953693" sldId="265"/>
            <ac:spMk id="8" creationId="{FB6DCDF7-F725-1E77-B879-CEEDF7FF3B07}"/>
          </ac:spMkLst>
        </pc:spChg>
        <pc:spChg chg="del">
          <ac:chgData name="Brown, Martin" userId="06a5e24d-74e4-46ed-adf7-dba0adc03354" providerId="ADAL" clId="{78C6B6D0-36CC-49F9-B5EA-7288E0ECE505}" dt="2026-10-14T21:00:00.305" v="894" actId="26606"/>
          <ac:spMkLst>
            <pc:docMk/>
            <pc:sldMk cId="645953693" sldId="265"/>
            <ac:spMk id="10" creationId="{16E6956B-56AD-5141-9A29-D2135B734F58}"/>
          </ac:spMkLst>
        </pc:spChg>
        <pc:spChg chg="del">
          <ac:chgData name="Brown, Martin" userId="06a5e24d-74e4-46ed-adf7-dba0adc03354" providerId="ADAL" clId="{78C6B6D0-36CC-49F9-B5EA-7288E0ECE505}" dt="2026-10-14T21:00:00.305" v="894" actId="26606"/>
          <ac:spMkLst>
            <pc:docMk/>
            <pc:sldMk cId="645953693" sldId="265"/>
            <ac:spMk id="12" creationId="{DA144903-D598-A2F7-4518-6B9757AAD546}"/>
          </ac:spMkLst>
        </pc:spChg>
        <pc:spChg chg="del">
          <ac:chgData name="Brown, Martin" userId="06a5e24d-74e4-46ed-adf7-dba0adc03354" providerId="ADAL" clId="{78C6B6D0-36CC-49F9-B5EA-7288E0ECE505}" dt="2026-10-14T21:00:00.305" v="894" actId="26606"/>
          <ac:spMkLst>
            <pc:docMk/>
            <pc:sldMk cId="645953693" sldId="265"/>
            <ac:spMk id="14" creationId="{3BD443B4-BFA3-A450-8DE1-5D3623846C6A}"/>
          </ac:spMkLst>
        </pc:spChg>
        <pc:spChg chg="add mod">
          <ac:chgData name="Brown, Martin" userId="06a5e24d-74e4-46ed-adf7-dba0adc03354" providerId="ADAL" clId="{78C6B6D0-36CC-49F9-B5EA-7288E0ECE505}" dt="2026-10-14T22:15:31.324" v="1002" actId="1076"/>
          <ac:spMkLst>
            <pc:docMk/>
            <pc:sldMk cId="645953693" sldId="265"/>
            <ac:spMk id="15" creationId="{80FEBBAB-A9C9-7988-9671-FEE20B7014D2}"/>
          </ac:spMkLst>
        </pc:spChg>
        <pc:spChg chg="del">
          <ac:chgData name="Brown, Martin" userId="06a5e24d-74e4-46ed-adf7-dba0adc03354" providerId="ADAL" clId="{78C6B6D0-36CC-49F9-B5EA-7288E0ECE505}" dt="2026-10-14T21:00:00.305" v="894" actId="26606"/>
          <ac:spMkLst>
            <pc:docMk/>
            <pc:sldMk cId="645953693" sldId="265"/>
            <ac:spMk id="16" creationId="{746F0FBF-F51A-6097-3F4A-67F40AF3751B}"/>
          </ac:spMkLst>
        </pc:spChg>
        <pc:spChg chg="add del">
          <ac:chgData name="Brown, Martin" userId="06a5e24d-74e4-46ed-adf7-dba0adc03354" providerId="ADAL" clId="{78C6B6D0-36CC-49F9-B5EA-7288E0ECE505}" dt="2026-10-14T21:00:17.990" v="896" actId="26606"/>
          <ac:spMkLst>
            <pc:docMk/>
            <pc:sldMk cId="645953693" sldId="265"/>
            <ac:spMk id="21" creationId="{D4771268-CB57-404A-9271-370EB28F6090}"/>
          </ac:spMkLst>
        </pc:spChg>
        <pc:spChg chg="add">
          <ac:chgData name="Brown, Martin" userId="06a5e24d-74e4-46ed-adf7-dba0adc03354" providerId="ADAL" clId="{78C6B6D0-36CC-49F9-B5EA-7288E0ECE505}" dt="2026-10-14T21:00:17.990" v="896" actId="26606"/>
          <ac:spMkLst>
            <pc:docMk/>
            <pc:sldMk cId="645953693" sldId="265"/>
            <ac:spMk id="26" creationId="{A8384FB5-9ADC-4DDC-881B-597D56F5B15D}"/>
          </ac:spMkLst>
        </pc:spChg>
        <pc:spChg chg="add">
          <ac:chgData name="Brown, Martin" userId="06a5e24d-74e4-46ed-adf7-dba0adc03354" providerId="ADAL" clId="{78C6B6D0-36CC-49F9-B5EA-7288E0ECE505}" dt="2026-10-14T21:00:17.990" v="896" actId="26606"/>
          <ac:spMkLst>
            <pc:docMk/>
            <pc:sldMk cId="645953693" sldId="265"/>
            <ac:spMk id="28" creationId="{91E5A9A7-95C6-4F4F-B00E-C82E07FE62EF}"/>
          </ac:spMkLst>
        </pc:spChg>
        <pc:spChg chg="add">
          <ac:chgData name="Brown, Martin" userId="06a5e24d-74e4-46ed-adf7-dba0adc03354" providerId="ADAL" clId="{78C6B6D0-36CC-49F9-B5EA-7288E0ECE505}" dt="2026-10-14T21:00:17.990" v="896" actId="26606"/>
          <ac:spMkLst>
            <pc:docMk/>
            <pc:sldMk cId="645953693" sldId="265"/>
            <ac:spMk id="30" creationId="{D07DD2DE-F619-49DD-B5E7-03A290FF4ED1}"/>
          </ac:spMkLst>
        </pc:spChg>
        <pc:spChg chg="add">
          <ac:chgData name="Brown, Martin" userId="06a5e24d-74e4-46ed-adf7-dba0adc03354" providerId="ADAL" clId="{78C6B6D0-36CC-49F9-B5EA-7288E0ECE505}" dt="2026-10-14T21:00:17.990" v="896" actId="26606"/>
          <ac:spMkLst>
            <pc:docMk/>
            <pc:sldMk cId="645953693" sldId="265"/>
            <ac:spMk id="32" creationId="{85149191-5F60-4A28-AAFF-039F96B0F3EC}"/>
          </ac:spMkLst>
        </pc:spChg>
        <pc:spChg chg="add">
          <ac:chgData name="Brown, Martin" userId="06a5e24d-74e4-46ed-adf7-dba0adc03354" providerId="ADAL" clId="{78C6B6D0-36CC-49F9-B5EA-7288E0ECE505}" dt="2026-10-14T21:00:17.990" v="896" actId="26606"/>
          <ac:spMkLst>
            <pc:docMk/>
            <pc:sldMk cId="645953693" sldId="265"/>
            <ac:spMk id="34" creationId="{F8260ED5-17F7-4158-B241-D51DD4CF1B7E}"/>
          </ac:spMkLst>
        </pc:spChg>
        <pc:picChg chg="add del mod modCrop">
          <ac:chgData name="Brown, Martin" userId="06a5e24d-74e4-46ed-adf7-dba0adc03354" providerId="ADAL" clId="{78C6B6D0-36CC-49F9-B5EA-7288E0ECE505}" dt="2026-10-14T21:31:18.079" v="929" actId="478"/>
          <ac:picMkLst>
            <pc:docMk/>
            <pc:sldMk cId="645953693" sldId="265"/>
            <ac:picMk id="4" creationId="{4037E5F9-DF64-7667-C480-BC2EDCC415D7}"/>
          </ac:picMkLst>
        </pc:picChg>
        <pc:picChg chg="add mod">
          <ac:chgData name="Brown, Martin" userId="06a5e24d-74e4-46ed-adf7-dba0adc03354" providerId="ADAL" clId="{78C6B6D0-36CC-49F9-B5EA-7288E0ECE505}" dt="2026-10-14T21:50:29.123" v="989" actId="1076"/>
          <ac:picMkLst>
            <pc:docMk/>
            <pc:sldMk cId="645953693" sldId="265"/>
            <ac:picMk id="11" creationId="{26D5C92B-0AB1-9F80-C16D-5A63F3C1D070}"/>
          </ac:picMkLst>
        </pc:picChg>
        <pc:picChg chg="del mod">
          <ac:chgData name="Brown, Martin" userId="06a5e24d-74e4-46ed-adf7-dba0adc03354" providerId="ADAL" clId="{78C6B6D0-36CC-49F9-B5EA-7288E0ECE505}" dt="2026-10-14T20:59:41.227" v="889" actId="478"/>
          <ac:picMkLst>
            <pc:docMk/>
            <pc:sldMk cId="645953693" sldId="265"/>
            <ac:picMk id="1026" creationId="{7A0779ED-C307-081C-CC3C-8CD0AD43B42E}"/>
          </ac:picMkLst>
        </pc:picChg>
      </pc:sldChg>
      <pc:sldChg chg="delSp modSp add mod">
        <pc:chgData name="Brown, Martin" userId="06a5e24d-74e4-46ed-adf7-dba0adc03354" providerId="ADAL" clId="{78C6B6D0-36CC-49F9-B5EA-7288E0ECE505}" dt="2026-10-14T21:35:03.115" v="988"/>
        <pc:sldMkLst>
          <pc:docMk/>
          <pc:sldMk cId="2220952469" sldId="266"/>
        </pc:sldMkLst>
        <pc:spChg chg="mod">
          <ac:chgData name="Brown, Martin" userId="06a5e24d-74e4-46ed-adf7-dba0adc03354" providerId="ADAL" clId="{78C6B6D0-36CC-49F9-B5EA-7288E0ECE505}" dt="2026-10-14T21:35:03.115" v="988"/>
          <ac:spMkLst>
            <pc:docMk/>
            <pc:sldMk cId="2220952469" sldId="266"/>
            <ac:spMk id="5" creationId="{A28F839C-1E43-6838-F43B-737FBAB4CB3C}"/>
          </ac:spMkLst>
        </pc:spChg>
        <pc:picChg chg="del">
          <ac:chgData name="Brown, Martin" userId="06a5e24d-74e4-46ed-adf7-dba0adc03354" providerId="ADAL" clId="{78C6B6D0-36CC-49F9-B5EA-7288E0ECE505}" dt="2026-10-14T21:34:18.626" v="979" actId="478"/>
          <ac:picMkLst>
            <pc:docMk/>
            <pc:sldMk cId="2220952469" sldId="266"/>
            <ac:picMk id="11" creationId="{ACEF1FAA-F103-F4A3-E691-D390C431E0BB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D475F7-A143-4BA8-A3F0-2294C0A9F17C}" type="doc">
      <dgm:prSet loTypeId="urn:microsoft.com/office/officeart/2005/8/layout/vProcess5" loCatId="process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42968B93-041F-45A2-A3D0-41B0DABA031C}">
      <dgm:prSet/>
      <dgm:spPr/>
      <dgm:t>
        <a:bodyPr/>
        <a:lstStyle/>
        <a:p>
          <a:r>
            <a:rPr lang="en-GB" dirty="0"/>
            <a:t>Open-Source Lunch Bites is a series of 30-minute monthly (3</a:t>
          </a:r>
          <a:r>
            <a:rPr lang="en-GB" baseline="30000" dirty="0"/>
            <a:t>rd</a:t>
          </a:r>
          <a:r>
            <a:rPr lang="en-GB" dirty="0"/>
            <a:t> Thursday) webinar lunch and learns designed to provide </a:t>
          </a:r>
          <a:r>
            <a:rPr lang="en-GB" u="sng" dirty="0"/>
            <a:t>practical</a:t>
          </a:r>
          <a:r>
            <a:rPr lang="en-GB" dirty="0"/>
            <a:t>, </a:t>
          </a:r>
          <a:r>
            <a:rPr lang="en-GB" u="sng" dirty="0"/>
            <a:t>bite-sized</a:t>
          </a:r>
          <a:r>
            <a:rPr lang="en-GB" dirty="0"/>
            <a:t> learning experiences. </a:t>
          </a:r>
          <a:endParaRPr lang="en-US" dirty="0"/>
        </a:p>
      </dgm:t>
    </dgm:pt>
    <dgm:pt modelId="{0AAF2800-CC04-44DF-9AA7-95FA04C49E46}" type="parTrans" cxnId="{7F541A3C-E215-4359-AF48-E35A37035F90}">
      <dgm:prSet/>
      <dgm:spPr/>
      <dgm:t>
        <a:bodyPr/>
        <a:lstStyle/>
        <a:p>
          <a:endParaRPr lang="en-US"/>
        </a:p>
      </dgm:t>
    </dgm:pt>
    <dgm:pt modelId="{53000EA4-3342-4620-97A5-18E92519785F}" type="sibTrans" cxnId="{7F541A3C-E215-4359-AF48-E35A37035F90}">
      <dgm:prSet/>
      <dgm:spPr/>
      <dgm:t>
        <a:bodyPr/>
        <a:lstStyle/>
        <a:p>
          <a:endParaRPr lang="en-US"/>
        </a:p>
      </dgm:t>
    </dgm:pt>
    <dgm:pt modelId="{23CF0643-6BB2-41A0-8305-0EACECB75411}">
      <dgm:prSet/>
      <dgm:spPr/>
      <dgm:t>
        <a:bodyPr/>
        <a:lstStyle/>
        <a:p>
          <a:r>
            <a:rPr lang="en-GB" dirty="0"/>
            <a:t>Each session includes a presentation/demonstration with space for interaction and questions as necessary, focusing on Open-Source skills relevant to the pharmaceutical industry. </a:t>
          </a:r>
          <a:endParaRPr lang="en-US" dirty="0"/>
        </a:p>
      </dgm:t>
    </dgm:pt>
    <dgm:pt modelId="{A00F2990-356F-450E-AB8F-00905A5197DE}" type="parTrans" cxnId="{C905266D-F1CA-444F-91C5-9262E9C67722}">
      <dgm:prSet/>
      <dgm:spPr/>
      <dgm:t>
        <a:bodyPr/>
        <a:lstStyle/>
        <a:p>
          <a:endParaRPr lang="en-US"/>
        </a:p>
      </dgm:t>
    </dgm:pt>
    <dgm:pt modelId="{F43DD398-0D0B-44D3-8E81-98BE7FE4E0C3}" type="sibTrans" cxnId="{C905266D-F1CA-444F-91C5-9262E9C67722}">
      <dgm:prSet/>
      <dgm:spPr/>
      <dgm:t>
        <a:bodyPr/>
        <a:lstStyle/>
        <a:p>
          <a:endParaRPr lang="en-US"/>
        </a:p>
      </dgm:t>
    </dgm:pt>
    <dgm:pt modelId="{4DD89044-6C49-4B9B-8D33-BDF609ADFAEE}">
      <dgm:prSet/>
      <dgm:spPr/>
      <dgm:t>
        <a:bodyPr/>
        <a:lstStyle/>
        <a:p>
          <a:r>
            <a:rPr lang="en-GB" dirty="0"/>
            <a:t>The webinars will have tied-in resources for ongoing learning. </a:t>
          </a:r>
          <a:endParaRPr lang="en-US" dirty="0"/>
        </a:p>
      </dgm:t>
    </dgm:pt>
    <dgm:pt modelId="{9A60B027-409E-4185-A2DF-28A89FC93141}" type="parTrans" cxnId="{6323A3E1-15E1-4666-9EFD-1F46067D4D4D}">
      <dgm:prSet/>
      <dgm:spPr/>
      <dgm:t>
        <a:bodyPr/>
        <a:lstStyle/>
        <a:p>
          <a:endParaRPr lang="en-US"/>
        </a:p>
      </dgm:t>
    </dgm:pt>
    <dgm:pt modelId="{40D41551-23E9-466E-A7D3-15A9C39B1CCB}" type="sibTrans" cxnId="{6323A3E1-15E1-4666-9EFD-1F46067D4D4D}">
      <dgm:prSet/>
      <dgm:spPr/>
      <dgm:t>
        <a:bodyPr/>
        <a:lstStyle/>
        <a:p>
          <a:endParaRPr lang="en-US"/>
        </a:p>
      </dgm:t>
    </dgm:pt>
    <dgm:pt modelId="{FCCF6643-3A67-47E2-8E8C-956BE9DCD342}">
      <dgm:prSet/>
      <dgm:spPr/>
      <dgm:t>
        <a:bodyPr/>
        <a:lstStyle/>
        <a:p>
          <a:r>
            <a:rPr lang="en-GB"/>
            <a:t>Join us each month to enhance your Open-Source knowledge in a convenient, pocket-sized format.</a:t>
          </a:r>
          <a:endParaRPr lang="en-US"/>
        </a:p>
      </dgm:t>
    </dgm:pt>
    <dgm:pt modelId="{020EB6F0-3BAC-4C3C-AC64-F70C3E133783}" type="parTrans" cxnId="{C3A0D331-BF92-4A07-82D0-71B1BA9A61C7}">
      <dgm:prSet/>
      <dgm:spPr/>
      <dgm:t>
        <a:bodyPr/>
        <a:lstStyle/>
        <a:p>
          <a:endParaRPr lang="en-US"/>
        </a:p>
      </dgm:t>
    </dgm:pt>
    <dgm:pt modelId="{32FFBB34-C964-4A86-B400-894B8E671085}" type="sibTrans" cxnId="{C3A0D331-BF92-4A07-82D0-71B1BA9A61C7}">
      <dgm:prSet/>
      <dgm:spPr/>
      <dgm:t>
        <a:bodyPr/>
        <a:lstStyle/>
        <a:p>
          <a:endParaRPr lang="en-US"/>
        </a:p>
      </dgm:t>
    </dgm:pt>
    <dgm:pt modelId="{6435618A-E79A-450C-9FAD-39057C663B6C}" type="pres">
      <dgm:prSet presAssocID="{96D475F7-A143-4BA8-A3F0-2294C0A9F17C}" presName="outerComposite" presStyleCnt="0">
        <dgm:presLayoutVars>
          <dgm:chMax val="5"/>
          <dgm:dir/>
          <dgm:resizeHandles val="exact"/>
        </dgm:presLayoutVars>
      </dgm:prSet>
      <dgm:spPr/>
    </dgm:pt>
    <dgm:pt modelId="{87CBE4C7-3E08-4EDE-954C-EA6B7EF18D23}" type="pres">
      <dgm:prSet presAssocID="{96D475F7-A143-4BA8-A3F0-2294C0A9F17C}" presName="dummyMaxCanvas" presStyleCnt="0">
        <dgm:presLayoutVars/>
      </dgm:prSet>
      <dgm:spPr/>
    </dgm:pt>
    <dgm:pt modelId="{EC3D28AD-F9A9-4446-9194-22462B291026}" type="pres">
      <dgm:prSet presAssocID="{96D475F7-A143-4BA8-A3F0-2294C0A9F17C}" presName="FourNodes_1" presStyleLbl="node1" presStyleIdx="0" presStyleCnt="4">
        <dgm:presLayoutVars>
          <dgm:bulletEnabled val="1"/>
        </dgm:presLayoutVars>
      </dgm:prSet>
      <dgm:spPr/>
    </dgm:pt>
    <dgm:pt modelId="{8BC04059-72BF-4E75-A33B-648B868617F7}" type="pres">
      <dgm:prSet presAssocID="{96D475F7-A143-4BA8-A3F0-2294C0A9F17C}" presName="FourNodes_2" presStyleLbl="node1" presStyleIdx="1" presStyleCnt="4">
        <dgm:presLayoutVars>
          <dgm:bulletEnabled val="1"/>
        </dgm:presLayoutVars>
      </dgm:prSet>
      <dgm:spPr/>
    </dgm:pt>
    <dgm:pt modelId="{7859CB2C-F373-4808-AFC3-4C97B685BEEE}" type="pres">
      <dgm:prSet presAssocID="{96D475F7-A143-4BA8-A3F0-2294C0A9F17C}" presName="FourNodes_3" presStyleLbl="node1" presStyleIdx="2" presStyleCnt="4">
        <dgm:presLayoutVars>
          <dgm:bulletEnabled val="1"/>
        </dgm:presLayoutVars>
      </dgm:prSet>
      <dgm:spPr/>
    </dgm:pt>
    <dgm:pt modelId="{08CCA188-ADCB-4C17-97D9-79E19D0F7522}" type="pres">
      <dgm:prSet presAssocID="{96D475F7-A143-4BA8-A3F0-2294C0A9F17C}" presName="FourNodes_4" presStyleLbl="node1" presStyleIdx="3" presStyleCnt="4">
        <dgm:presLayoutVars>
          <dgm:bulletEnabled val="1"/>
        </dgm:presLayoutVars>
      </dgm:prSet>
      <dgm:spPr/>
    </dgm:pt>
    <dgm:pt modelId="{45980FF6-16F1-4540-97CE-F58A824B1397}" type="pres">
      <dgm:prSet presAssocID="{96D475F7-A143-4BA8-A3F0-2294C0A9F17C}" presName="FourConn_1-2" presStyleLbl="fgAccFollowNode1" presStyleIdx="0" presStyleCnt="3">
        <dgm:presLayoutVars>
          <dgm:bulletEnabled val="1"/>
        </dgm:presLayoutVars>
      </dgm:prSet>
      <dgm:spPr/>
    </dgm:pt>
    <dgm:pt modelId="{6AEDCDE2-9F75-402B-8780-7CBA943916A8}" type="pres">
      <dgm:prSet presAssocID="{96D475F7-A143-4BA8-A3F0-2294C0A9F17C}" presName="FourConn_2-3" presStyleLbl="fgAccFollowNode1" presStyleIdx="1" presStyleCnt="3">
        <dgm:presLayoutVars>
          <dgm:bulletEnabled val="1"/>
        </dgm:presLayoutVars>
      </dgm:prSet>
      <dgm:spPr/>
    </dgm:pt>
    <dgm:pt modelId="{5EBD3134-8774-4AF3-8A8A-0C21BFCF6861}" type="pres">
      <dgm:prSet presAssocID="{96D475F7-A143-4BA8-A3F0-2294C0A9F17C}" presName="FourConn_3-4" presStyleLbl="fgAccFollowNode1" presStyleIdx="2" presStyleCnt="3">
        <dgm:presLayoutVars>
          <dgm:bulletEnabled val="1"/>
        </dgm:presLayoutVars>
      </dgm:prSet>
      <dgm:spPr/>
    </dgm:pt>
    <dgm:pt modelId="{1258496D-37CF-470D-8531-3257B416268D}" type="pres">
      <dgm:prSet presAssocID="{96D475F7-A143-4BA8-A3F0-2294C0A9F17C}" presName="FourNodes_1_text" presStyleLbl="node1" presStyleIdx="3" presStyleCnt="4">
        <dgm:presLayoutVars>
          <dgm:bulletEnabled val="1"/>
        </dgm:presLayoutVars>
      </dgm:prSet>
      <dgm:spPr/>
    </dgm:pt>
    <dgm:pt modelId="{E7C43335-1C8A-49A8-880B-3486C8AFFE08}" type="pres">
      <dgm:prSet presAssocID="{96D475F7-A143-4BA8-A3F0-2294C0A9F17C}" presName="FourNodes_2_text" presStyleLbl="node1" presStyleIdx="3" presStyleCnt="4">
        <dgm:presLayoutVars>
          <dgm:bulletEnabled val="1"/>
        </dgm:presLayoutVars>
      </dgm:prSet>
      <dgm:spPr/>
    </dgm:pt>
    <dgm:pt modelId="{A3D671DB-5230-4995-A7F7-72B70292F38A}" type="pres">
      <dgm:prSet presAssocID="{96D475F7-A143-4BA8-A3F0-2294C0A9F17C}" presName="FourNodes_3_text" presStyleLbl="node1" presStyleIdx="3" presStyleCnt="4">
        <dgm:presLayoutVars>
          <dgm:bulletEnabled val="1"/>
        </dgm:presLayoutVars>
      </dgm:prSet>
      <dgm:spPr/>
    </dgm:pt>
    <dgm:pt modelId="{D0EF63D4-2AB9-4874-8710-427B27D736B3}" type="pres">
      <dgm:prSet presAssocID="{96D475F7-A143-4BA8-A3F0-2294C0A9F17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CBE6D0A-14F1-4AA6-9818-673D5007B564}" type="presOf" srcId="{F43DD398-0D0B-44D3-8E81-98BE7FE4E0C3}" destId="{6AEDCDE2-9F75-402B-8780-7CBA943916A8}" srcOrd="0" destOrd="0" presId="urn:microsoft.com/office/officeart/2005/8/layout/vProcess5"/>
    <dgm:cxn modelId="{C3A0D331-BF92-4A07-82D0-71B1BA9A61C7}" srcId="{96D475F7-A143-4BA8-A3F0-2294C0A9F17C}" destId="{FCCF6643-3A67-47E2-8E8C-956BE9DCD342}" srcOrd="3" destOrd="0" parTransId="{020EB6F0-3BAC-4C3C-AC64-F70C3E133783}" sibTransId="{32FFBB34-C964-4A86-B400-894B8E671085}"/>
    <dgm:cxn modelId="{7F541A3C-E215-4359-AF48-E35A37035F90}" srcId="{96D475F7-A143-4BA8-A3F0-2294C0A9F17C}" destId="{42968B93-041F-45A2-A3D0-41B0DABA031C}" srcOrd="0" destOrd="0" parTransId="{0AAF2800-CC04-44DF-9AA7-95FA04C49E46}" sibTransId="{53000EA4-3342-4620-97A5-18E92519785F}"/>
    <dgm:cxn modelId="{0C4A5067-3919-43DA-BF75-909FA8239878}" type="presOf" srcId="{FCCF6643-3A67-47E2-8E8C-956BE9DCD342}" destId="{D0EF63D4-2AB9-4874-8710-427B27D736B3}" srcOrd="1" destOrd="0" presId="urn:microsoft.com/office/officeart/2005/8/layout/vProcess5"/>
    <dgm:cxn modelId="{C905266D-F1CA-444F-91C5-9262E9C67722}" srcId="{96D475F7-A143-4BA8-A3F0-2294C0A9F17C}" destId="{23CF0643-6BB2-41A0-8305-0EACECB75411}" srcOrd="1" destOrd="0" parTransId="{A00F2990-356F-450E-AB8F-00905A5197DE}" sibTransId="{F43DD398-0D0B-44D3-8E81-98BE7FE4E0C3}"/>
    <dgm:cxn modelId="{3645796E-9EB9-4626-86DA-7362A3E436F2}" type="presOf" srcId="{23CF0643-6BB2-41A0-8305-0EACECB75411}" destId="{8BC04059-72BF-4E75-A33B-648B868617F7}" srcOrd="0" destOrd="0" presId="urn:microsoft.com/office/officeart/2005/8/layout/vProcess5"/>
    <dgm:cxn modelId="{C3753091-0EB4-422D-B4D3-DD1AED3295EE}" type="presOf" srcId="{23CF0643-6BB2-41A0-8305-0EACECB75411}" destId="{E7C43335-1C8A-49A8-880B-3486C8AFFE08}" srcOrd="1" destOrd="0" presId="urn:microsoft.com/office/officeart/2005/8/layout/vProcess5"/>
    <dgm:cxn modelId="{BF63E2BD-B305-4E67-9341-577BA5430098}" type="presOf" srcId="{FCCF6643-3A67-47E2-8E8C-956BE9DCD342}" destId="{08CCA188-ADCB-4C17-97D9-79E19D0F7522}" srcOrd="0" destOrd="0" presId="urn:microsoft.com/office/officeart/2005/8/layout/vProcess5"/>
    <dgm:cxn modelId="{488A5FC1-689B-4F0B-9C17-6957DD6B4D42}" type="presOf" srcId="{40D41551-23E9-466E-A7D3-15A9C39B1CCB}" destId="{5EBD3134-8774-4AF3-8A8A-0C21BFCF6861}" srcOrd="0" destOrd="0" presId="urn:microsoft.com/office/officeart/2005/8/layout/vProcess5"/>
    <dgm:cxn modelId="{E765BDC3-D23C-4490-A315-709987AE3459}" type="presOf" srcId="{53000EA4-3342-4620-97A5-18E92519785F}" destId="{45980FF6-16F1-4540-97CE-F58A824B1397}" srcOrd="0" destOrd="0" presId="urn:microsoft.com/office/officeart/2005/8/layout/vProcess5"/>
    <dgm:cxn modelId="{03AF56D5-2DFD-4683-8872-7C6AB8F52D8A}" type="presOf" srcId="{96D475F7-A143-4BA8-A3F0-2294C0A9F17C}" destId="{6435618A-E79A-450C-9FAD-39057C663B6C}" srcOrd="0" destOrd="0" presId="urn:microsoft.com/office/officeart/2005/8/layout/vProcess5"/>
    <dgm:cxn modelId="{204036D8-C956-4ABA-8922-865DF2C80618}" type="presOf" srcId="{42968B93-041F-45A2-A3D0-41B0DABA031C}" destId="{1258496D-37CF-470D-8531-3257B416268D}" srcOrd="1" destOrd="0" presId="urn:microsoft.com/office/officeart/2005/8/layout/vProcess5"/>
    <dgm:cxn modelId="{6323A3E1-15E1-4666-9EFD-1F46067D4D4D}" srcId="{96D475F7-A143-4BA8-A3F0-2294C0A9F17C}" destId="{4DD89044-6C49-4B9B-8D33-BDF609ADFAEE}" srcOrd="2" destOrd="0" parTransId="{9A60B027-409E-4185-A2DF-28A89FC93141}" sibTransId="{40D41551-23E9-466E-A7D3-15A9C39B1CCB}"/>
    <dgm:cxn modelId="{44C985EA-819C-4EE2-BBCC-B3C39610B1FB}" type="presOf" srcId="{42968B93-041F-45A2-A3D0-41B0DABA031C}" destId="{EC3D28AD-F9A9-4446-9194-22462B291026}" srcOrd="0" destOrd="0" presId="urn:microsoft.com/office/officeart/2005/8/layout/vProcess5"/>
    <dgm:cxn modelId="{683310F4-D82D-446B-96A7-7CCCEFE1C274}" type="presOf" srcId="{4DD89044-6C49-4B9B-8D33-BDF609ADFAEE}" destId="{7859CB2C-F373-4808-AFC3-4C97B685BEEE}" srcOrd="0" destOrd="0" presId="urn:microsoft.com/office/officeart/2005/8/layout/vProcess5"/>
    <dgm:cxn modelId="{BC2D64FA-75A4-42B3-8DF1-5EB366599CEE}" type="presOf" srcId="{4DD89044-6C49-4B9B-8D33-BDF609ADFAEE}" destId="{A3D671DB-5230-4995-A7F7-72B70292F38A}" srcOrd="1" destOrd="0" presId="urn:microsoft.com/office/officeart/2005/8/layout/vProcess5"/>
    <dgm:cxn modelId="{8F5C3E2B-E5B6-4407-B092-197329B0035F}" type="presParOf" srcId="{6435618A-E79A-450C-9FAD-39057C663B6C}" destId="{87CBE4C7-3E08-4EDE-954C-EA6B7EF18D23}" srcOrd="0" destOrd="0" presId="urn:microsoft.com/office/officeart/2005/8/layout/vProcess5"/>
    <dgm:cxn modelId="{DF16624A-FB40-46F7-B747-524FEE48A72E}" type="presParOf" srcId="{6435618A-E79A-450C-9FAD-39057C663B6C}" destId="{EC3D28AD-F9A9-4446-9194-22462B291026}" srcOrd="1" destOrd="0" presId="urn:microsoft.com/office/officeart/2005/8/layout/vProcess5"/>
    <dgm:cxn modelId="{528C9515-32C3-4A85-81BA-EBB031FECBF2}" type="presParOf" srcId="{6435618A-E79A-450C-9FAD-39057C663B6C}" destId="{8BC04059-72BF-4E75-A33B-648B868617F7}" srcOrd="2" destOrd="0" presId="urn:microsoft.com/office/officeart/2005/8/layout/vProcess5"/>
    <dgm:cxn modelId="{28179ABB-5F20-41C1-A679-DB9A9AC2FCB0}" type="presParOf" srcId="{6435618A-E79A-450C-9FAD-39057C663B6C}" destId="{7859CB2C-F373-4808-AFC3-4C97B685BEEE}" srcOrd="3" destOrd="0" presId="urn:microsoft.com/office/officeart/2005/8/layout/vProcess5"/>
    <dgm:cxn modelId="{4FDA7AE9-FE8F-4513-8683-3DD4C5F325C7}" type="presParOf" srcId="{6435618A-E79A-450C-9FAD-39057C663B6C}" destId="{08CCA188-ADCB-4C17-97D9-79E19D0F7522}" srcOrd="4" destOrd="0" presId="urn:microsoft.com/office/officeart/2005/8/layout/vProcess5"/>
    <dgm:cxn modelId="{D73ECDAC-BF37-4CF2-88EE-DAC5763D6F65}" type="presParOf" srcId="{6435618A-E79A-450C-9FAD-39057C663B6C}" destId="{45980FF6-16F1-4540-97CE-F58A824B1397}" srcOrd="5" destOrd="0" presId="urn:microsoft.com/office/officeart/2005/8/layout/vProcess5"/>
    <dgm:cxn modelId="{6E511D13-8703-4B50-9003-0BA643E95A2D}" type="presParOf" srcId="{6435618A-E79A-450C-9FAD-39057C663B6C}" destId="{6AEDCDE2-9F75-402B-8780-7CBA943916A8}" srcOrd="6" destOrd="0" presId="urn:microsoft.com/office/officeart/2005/8/layout/vProcess5"/>
    <dgm:cxn modelId="{DA6A328D-AAD7-487E-AAC5-23EE3DC8A911}" type="presParOf" srcId="{6435618A-E79A-450C-9FAD-39057C663B6C}" destId="{5EBD3134-8774-4AF3-8A8A-0C21BFCF6861}" srcOrd="7" destOrd="0" presId="urn:microsoft.com/office/officeart/2005/8/layout/vProcess5"/>
    <dgm:cxn modelId="{050413FB-3A3F-4AAE-B650-E33CC3B11B14}" type="presParOf" srcId="{6435618A-E79A-450C-9FAD-39057C663B6C}" destId="{1258496D-37CF-470D-8531-3257B416268D}" srcOrd="8" destOrd="0" presId="urn:microsoft.com/office/officeart/2005/8/layout/vProcess5"/>
    <dgm:cxn modelId="{5F983CBB-72A7-40D1-9900-CFB34B43C6E7}" type="presParOf" srcId="{6435618A-E79A-450C-9FAD-39057C663B6C}" destId="{E7C43335-1C8A-49A8-880B-3486C8AFFE08}" srcOrd="9" destOrd="0" presId="urn:microsoft.com/office/officeart/2005/8/layout/vProcess5"/>
    <dgm:cxn modelId="{34110ED4-3C20-4541-9199-5AA7F0304613}" type="presParOf" srcId="{6435618A-E79A-450C-9FAD-39057C663B6C}" destId="{A3D671DB-5230-4995-A7F7-72B70292F38A}" srcOrd="10" destOrd="0" presId="urn:microsoft.com/office/officeart/2005/8/layout/vProcess5"/>
    <dgm:cxn modelId="{B8D01A52-0F21-4189-8855-96D9248058C9}" type="presParOf" srcId="{6435618A-E79A-450C-9FAD-39057C663B6C}" destId="{D0EF63D4-2AB9-4874-8710-427B27D736B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3D28AD-F9A9-4446-9194-22462B291026}">
      <dsp:nvSpPr>
        <dsp:cNvPr id="0" name=""/>
        <dsp:cNvSpPr/>
      </dsp:nvSpPr>
      <dsp:spPr>
        <a:xfrm>
          <a:off x="0" y="0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Open-Source Lunch Bites is a series of 30-minute monthly (3</a:t>
          </a:r>
          <a:r>
            <a:rPr lang="en-GB" sz="1700" kern="1200" baseline="30000" dirty="0"/>
            <a:t>rd</a:t>
          </a:r>
          <a:r>
            <a:rPr lang="en-GB" sz="1700" kern="1200" dirty="0"/>
            <a:t> Thursday) webinar lunch and learns designed to provide </a:t>
          </a:r>
          <a:r>
            <a:rPr lang="en-GB" sz="1700" u="sng" kern="1200" dirty="0"/>
            <a:t>practical</a:t>
          </a:r>
          <a:r>
            <a:rPr lang="en-GB" sz="1700" kern="1200" dirty="0"/>
            <a:t>, </a:t>
          </a:r>
          <a:r>
            <a:rPr lang="en-GB" sz="1700" u="sng" kern="1200" dirty="0"/>
            <a:t>bite-sized</a:t>
          </a:r>
          <a:r>
            <a:rPr lang="en-GB" sz="1700" kern="1200" dirty="0"/>
            <a:t> learning experiences. </a:t>
          </a:r>
          <a:endParaRPr lang="en-US" sz="1700" kern="1200" dirty="0"/>
        </a:p>
      </dsp:txBody>
      <dsp:txXfrm>
        <a:off x="27017" y="27017"/>
        <a:ext cx="7668958" cy="868383"/>
      </dsp:txXfrm>
    </dsp:sp>
    <dsp:sp modelId="{8BC04059-72BF-4E75-A33B-648B868617F7}">
      <dsp:nvSpPr>
        <dsp:cNvPr id="0" name=""/>
        <dsp:cNvSpPr/>
      </dsp:nvSpPr>
      <dsp:spPr>
        <a:xfrm>
          <a:off x="732164" y="1090129"/>
          <a:ext cx="8742263" cy="9224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Each session includes a presentation/demonstration with space for interaction and questions as necessary, focusing on Open-Source skills relevant to the pharmaceutical industry. </a:t>
          </a:r>
          <a:endParaRPr lang="en-US" sz="1700" kern="1200" dirty="0"/>
        </a:p>
      </dsp:txBody>
      <dsp:txXfrm>
        <a:off x="759181" y="1117146"/>
        <a:ext cx="7356493" cy="868383"/>
      </dsp:txXfrm>
    </dsp:sp>
    <dsp:sp modelId="{7859CB2C-F373-4808-AFC3-4C97B685BEEE}">
      <dsp:nvSpPr>
        <dsp:cNvPr id="0" name=""/>
        <dsp:cNvSpPr/>
      </dsp:nvSpPr>
      <dsp:spPr>
        <a:xfrm>
          <a:off x="1453401" y="2180258"/>
          <a:ext cx="8742263" cy="9224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The webinars will have tied-in resources for ongoing learning. </a:t>
          </a:r>
          <a:endParaRPr lang="en-US" sz="1700" kern="1200" dirty="0"/>
        </a:p>
      </dsp:txBody>
      <dsp:txXfrm>
        <a:off x="1480418" y="2207275"/>
        <a:ext cx="7367421" cy="868383"/>
      </dsp:txXfrm>
    </dsp:sp>
    <dsp:sp modelId="{08CCA188-ADCB-4C17-97D9-79E19D0F7522}">
      <dsp:nvSpPr>
        <dsp:cNvPr id="0" name=""/>
        <dsp:cNvSpPr/>
      </dsp:nvSpPr>
      <dsp:spPr>
        <a:xfrm>
          <a:off x="2185565" y="3270387"/>
          <a:ext cx="8742263" cy="9224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Join us each month to enhance your Open-Source knowledge in a convenient, pocket-sized format.</a:t>
          </a:r>
          <a:endParaRPr lang="en-US" sz="1700" kern="1200"/>
        </a:p>
      </dsp:txBody>
      <dsp:txXfrm>
        <a:off x="2212582" y="3297404"/>
        <a:ext cx="7356493" cy="868383"/>
      </dsp:txXfrm>
    </dsp:sp>
    <dsp:sp modelId="{45980FF6-16F1-4540-97CE-F58A824B1397}">
      <dsp:nvSpPr>
        <dsp:cNvPr id="0" name=""/>
        <dsp:cNvSpPr/>
      </dsp:nvSpPr>
      <dsp:spPr>
        <a:xfrm>
          <a:off x="8142692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277595" y="706487"/>
        <a:ext cx="329765" cy="451177"/>
      </dsp:txXfrm>
    </dsp:sp>
    <dsp:sp modelId="{6AEDCDE2-9F75-402B-8780-7CBA943916A8}">
      <dsp:nvSpPr>
        <dsp:cNvPr id="0" name=""/>
        <dsp:cNvSpPr/>
      </dsp:nvSpPr>
      <dsp:spPr>
        <a:xfrm>
          <a:off x="887485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009759" y="1796616"/>
        <a:ext cx="329765" cy="451177"/>
      </dsp:txXfrm>
    </dsp:sp>
    <dsp:sp modelId="{5EBD3134-8774-4AF3-8A8A-0C21BFCF6861}">
      <dsp:nvSpPr>
        <dsp:cNvPr id="0" name=""/>
        <dsp:cNvSpPr/>
      </dsp:nvSpPr>
      <dsp:spPr>
        <a:xfrm>
          <a:off x="9596093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730996" y="2886746"/>
        <a:ext cx="329765" cy="4511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8F045-34A5-4A0E-A5B0-F94887BE2D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27B71-BB73-442B-980D-B7B87BD20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50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F4FD-BF61-1F8E-7DFE-DBB6A8C25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DA3AFD-CD40-00EF-7B5E-AE24DAA40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DCE5A-B603-9A58-6913-0589E7565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00896-5770-4F9F-7909-59CC99CB4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575D-412B-740D-E739-D170AAE31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54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03353-F76A-44BC-2B70-F5FD28144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41960-931A-8EAD-54BC-E54F0441B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0056F-C1F4-7364-6B1F-E7360F82C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9E30C-E6B0-96BE-6589-F4FE449C9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1E61B-3C9F-0BDA-202D-8E231B73E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93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0DEF2-793E-DD88-A9BF-DCE321A7D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A5635-957C-FD99-89F5-965C4185D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4B9A1-6F0F-D3BA-9EBF-C5A458D3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FA06B-8531-E98C-B0C0-5CBC4B5F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DA3A5-B200-9CA0-5D27-A52B6719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42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10BBB-5D85-32CC-51E8-47EEA98C2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DDCB9-4312-DF86-43C1-652F4BC904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76159-FB04-511D-7C20-172AF3BE9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C4D7A-8478-CA2D-E6E5-7AB77CEFB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049F8-EB52-FC23-5BD3-D2CBF89D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5D630-5DBC-60B7-15E7-7168B5F47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1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271F-1504-589B-C8AD-C63B3BC71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85AD9-1E84-0291-893F-46BD1A8C0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705D16-6C91-97FA-6C07-EAFEE48AF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3FDCE4-0AA9-6993-62DC-D0E1737D5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CB9320-B6FD-5402-9947-42030F2E93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70CEF4-C229-521B-5952-D16D87C12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BD9AFC-69F2-DE67-C0FA-DA908007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A97C2A-977F-9244-457E-8081940C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80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6693A-FEEE-EA5D-6F81-B912C598D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F9983A-1C39-C12A-9957-72BB32382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3A7459-3915-E95C-2D19-296454A50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66B55-7DB0-BE3E-5BCD-01F334A4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76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44F91A-F2C8-EA87-1E4B-66C19ABE6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2B3C91-C813-3739-45E2-3F233D7C2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7BFEA-CB0E-3AC0-ECE1-94D12458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719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EF62-10A7-B424-427B-1FD270F10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04C8E-05BF-E554-C1BF-51C64607B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234C9-5717-D001-C8F0-F14595EE7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954D9-4583-4E72-9427-7DEE7E3D8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15FF3-C468-07AA-563A-B18EC5B26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AB799-7952-7890-1E73-29829F504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A3445-7BA5-BD9B-4B54-63274C403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3918B6-9158-D118-18CB-F2F8F050FA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834A7-FA71-DB21-D89F-E0F10F5CD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3B96C-69FF-6D5E-280A-7B14097A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E8BFD-7134-4C76-7994-D34FD0E68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30D87-5932-F997-BF74-378B3274C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29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73B22-25C1-E33B-9CD0-9A3ACF643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F9054-0353-AB9D-B114-A47F1911F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14626-042B-7639-692D-53A7B0D98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5004E-FFC6-461E-90EE-FEE01B9CE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B4BEC-96E3-6F4D-4A90-AF66BE881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3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9D258E-3782-28DC-4F69-42396346A7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B4229-3A02-1F3E-8F68-13FB47DD0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EC469-540D-BB3E-1597-031930A17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9316D-E719-43CE-36CD-7CC6E7A88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1C2AA-BDF4-2A90-56B3-75920E773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622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B070B4-98D0-28BF-D239-3A310FC53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60F35-E982-27F1-4849-2796CABAB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CD6A-389F-D392-93B2-1953921411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D3BD1-4F01-4272-B090-BD828A2F8FA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EAAE1-C09E-6B4C-632E-CC36F28EC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3812D-9047-32FC-40D4-C55112692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279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siaims.github.io/website/blogs/test/openskillintro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siaims.github.io/website/news.html" TargetMode="External"/><Relationship Id="rId2" Type="http://schemas.openxmlformats.org/officeDocument/2006/relationships/hyperlink" Target="https://github.com/PSIAIMS/website/tree/main/lunchbite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quarto.org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SIAIMS/website/tree/main/lunchbites/quarto-basics-2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quarto.org/docs/dashboards/layout.html#cards" TargetMode="External"/><Relationship Id="rId2" Type="http://schemas.openxmlformats.org/officeDocument/2006/relationships/hyperlink" Target="https://quarto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.canouil.dev/demo-quarto-clinical-report/" TargetMode="External"/><Relationship Id="rId5" Type="http://schemas.openxmlformats.org/officeDocument/2006/relationships/hyperlink" Target="https://mickael.canouil.fr/" TargetMode="External"/><Relationship Id="rId4" Type="http://schemas.openxmlformats.org/officeDocument/2006/relationships/hyperlink" Target="https://posit-conf-2024.github.io/quarto-dashboard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05F72-E2B4-A483-E56C-A1F69C51D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Open-Source Lunch Bites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7E546-8C4F-023D-5B86-D4A5A5D08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anchor="t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Thursday 15</a:t>
            </a:r>
            <a:r>
              <a:rPr lang="en-US" baseline="30000" dirty="0">
                <a:solidFill>
                  <a:srgbClr val="FFFFFF"/>
                </a:solidFill>
              </a:rPr>
              <a:t>th</a:t>
            </a:r>
            <a:r>
              <a:rPr lang="en-US" dirty="0">
                <a:solidFill>
                  <a:srgbClr val="FFFFFF"/>
                </a:solidFill>
              </a:rPr>
              <a:t> October 2026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graphics, text, graphic design, font&#10;&#10;Description automatically generated">
            <a:extLst>
              <a:ext uri="{FF2B5EF4-FFF2-40B4-BE49-F238E27FC236}">
                <a16:creationId xmlns:a16="http://schemas.microsoft.com/office/drawing/2014/main" id="{1746A993-88C8-DF4F-42A1-380DC2325E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632" y="2108877"/>
            <a:ext cx="2743017" cy="2654533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193518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C8E57-9011-6C02-5DDD-DD33C0F04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522F3B48-A1E6-FDAA-B90A-C8A8272172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332210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4404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2EA81-FEBC-0BA2-2E02-98A30B1F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7C6D5F-C7AB-5644-B711-ED55B4A7D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4A9D5D-8739-7E89-0F98-B2F6B569D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544E5-242C-E81B-5463-019140320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735C91-EC0F-CDC1-B07D-E0F49F4D9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C76F2D-8B53-3ADD-78FA-AB1405F0C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90C6F8-B00C-F20E-AAD2-2F3D2EB88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BF359-4207-8372-BD50-D8FBA1867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92500" lnSpcReduction="10000"/>
          </a:bodyPr>
          <a:lstStyle/>
          <a:p>
            <a:r>
              <a:rPr lang="en-GB" dirty="0">
                <a:hlinkClick r:id="rId2"/>
              </a:rPr>
              <a:t>Why Open-Source Skills are Important – PSI AIMS SIG Website</a:t>
            </a:r>
            <a:endParaRPr lang="en-GB" dirty="0"/>
          </a:p>
          <a:p>
            <a:r>
              <a:rPr lang="en-GB" dirty="0"/>
              <a:t>Coding</a:t>
            </a:r>
          </a:p>
          <a:p>
            <a:r>
              <a:rPr lang="en-GB" dirty="0"/>
              <a:t>Debugging</a:t>
            </a:r>
          </a:p>
          <a:p>
            <a:r>
              <a:rPr lang="en-GB" dirty="0"/>
              <a:t>Packages</a:t>
            </a:r>
          </a:p>
          <a:p>
            <a:r>
              <a:rPr lang="en-GB" dirty="0"/>
              <a:t>GitHub</a:t>
            </a:r>
          </a:p>
          <a:p>
            <a:r>
              <a:rPr lang="en-GB" dirty="0"/>
              <a:t>Containers</a:t>
            </a:r>
          </a:p>
          <a:p>
            <a:r>
              <a:rPr lang="en-GB" dirty="0"/>
              <a:t>AI use</a:t>
            </a:r>
          </a:p>
          <a:p>
            <a:r>
              <a:rPr lang="en-GB" dirty="0"/>
              <a:t>Suggestions?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428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31506-03E4-6270-2C29-66B2F14A0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DF38AC-9E8B-9A8C-A53E-9712DD1E1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A03463-257C-82F5-6A42-1C8B48692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720E68-E438-5B92-A92A-842A4C4AC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5C5AA8-4419-7958-F425-C1A21E71E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B9104E-D72C-F774-0F63-B0A985D9C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764E63-37E9-5BA6-D5E2-162556747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So Far…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2A716-7B19-CB10-27B8-60A30879A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23" y="2288395"/>
            <a:ext cx="11182351" cy="3683358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is an IDE?</a:t>
            </a:r>
          </a:p>
          <a:p>
            <a:pPr marL="0" indent="0">
              <a:buNone/>
            </a:pPr>
            <a:r>
              <a:rPr lang="en-US" dirty="0"/>
              <a:t>Debugging</a:t>
            </a:r>
          </a:p>
          <a:p>
            <a:pPr marL="0" indent="0">
              <a:buNone/>
            </a:pPr>
            <a:r>
              <a:rPr lang="en-US" dirty="0"/>
              <a:t>Package Basics (parts 1 and 2)</a:t>
            </a:r>
          </a:p>
          <a:p>
            <a:pPr marL="0" indent="0">
              <a:buNone/>
            </a:pPr>
            <a:r>
              <a:rPr lang="en-US" dirty="0"/>
              <a:t>Graphics Basics (parts 1, 2 and 3)</a:t>
            </a:r>
          </a:p>
          <a:p>
            <a:pPr marL="0" indent="0">
              <a:buNone/>
            </a:pPr>
            <a:r>
              <a:rPr lang="en-US" dirty="0"/>
              <a:t>Quarto Basics (part 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Code and presentations – </a:t>
            </a:r>
            <a:r>
              <a:rPr lang="en-GB" dirty="0">
                <a:hlinkClick r:id="rId2"/>
              </a:rPr>
              <a:t>website/</a:t>
            </a:r>
            <a:r>
              <a:rPr lang="en-GB" dirty="0" err="1">
                <a:hlinkClick r:id="rId2"/>
              </a:rPr>
              <a:t>lunchbites</a:t>
            </a:r>
            <a:r>
              <a:rPr lang="en-GB" dirty="0">
                <a:hlinkClick r:id="rId2"/>
              </a:rPr>
              <a:t> at main · PSIAIMS/website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Quick summaries – </a:t>
            </a:r>
            <a:r>
              <a:rPr lang="en-GB" dirty="0">
                <a:hlinkClick r:id="rId3"/>
              </a:rPr>
              <a:t>News – PSI AIMS SIG Website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36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6874A-E5C8-A7FD-333F-E5AB7B7E3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903859B-6842-BF5A-644F-5E9447152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7EFDD8-ABEE-F8AB-8405-5ECF235F3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47C1B0-8712-CB4F-B1D3-55C6BDCCA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C1CF3B-BBA4-7BA3-644D-E0B0072DF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14FB67-AA5B-828E-51D9-1E6A18E83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06916-8EBA-C173-3692-836674EB1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Quarto Basics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FA248B-4AA7-0D35-CD66-604BC3625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52171"/>
            <a:ext cx="9448800" cy="3558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FE08809-18AD-AC01-D219-32BC7F9C78DA}"/>
              </a:ext>
            </a:extLst>
          </p:cNvPr>
          <p:cNvSpPr txBox="1"/>
          <p:nvPr/>
        </p:nvSpPr>
        <p:spPr>
          <a:xfrm>
            <a:off x="9946621" y="1944876"/>
            <a:ext cx="2128557" cy="29682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hlinkClick r:id="rId3"/>
              </a:rPr>
              <a:t>Link – Quarto</a:t>
            </a:r>
            <a:endParaRPr lang="en-GB" dirty="0"/>
          </a:p>
          <a:p>
            <a:endParaRPr lang="en-GB" dirty="0"/>
          </a:p>
          <a:p>
            <a:pPr defTabSz="914400">
              <a:lnSpc>
                <a:spcPct val="120000"/>
              </a:lnSpc>
              <a:spcBef>
                <a:spcPts val="200"/>
              </a:spcBef>
              <a:buClr>
                <a:schemeClr val="tx2"/>
              </a:buClr>
              <a:buSzPct val="100000"/>
            </a:pPr>
            <a:r>
              <a:rPr lang="en-GB" dirty="0"/>
              <a:t>Quarto is a multi-language, next generation version of R Markdown from Posit, with many new features and capabilities.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0D07C965-0DB0-DC15-2B17-1C06A65868A0}"/>
              </a:ext>
            </a:extLst>
          </p:cNvPr>
          <p:cNvSpPr txBox="1"/>
          <p:nvPr/>
        </p:nvSpPr>
        <p:spPr>
          <a:xfrm>
            <a:off x="459350" y="5309784"/>
            <a:ext cx="11153380" cy="1448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20000"/>
              </a:lnSpc>
              <a:spcBef>
                <a:spcPts val="200"/>
              </a:spcBef>
              <a:buClr>
                <a:schemeClr val="tx2"/>
              </a:buClr>
              <a:buSzPct val="100000"/>
            </a:pPr>
            <a:r>
              <a:rPr lang="en-GB" dirty="0"/>
              <a:t>R Markdown is fundamentally tied to R which severely limits the number of practitioners it can benefit.</a:t>
            </a:r>
          </a:p>
          <a:p>
            <a:pPr defTabSz="914400">
              <a:lnSpc>
                <a:spcPct val="120000"/>
              </a:lnSpc>
              <a:spcBef>
                <a:spcPts val="200"/>
              </a:spcBef>
              <a:buClr>
                <a:schemeClr val="tx2"/>
              </a:buClr>
              <a:buSzPct val="100000"/>
            </a:pPr>
            <a:r>
              <a:rPr lang="en-GB" dirty="0"/>
              <a:t>Quarto is </a:t>
            </a:r>
            <a:r>
              <a:rPr lang="en-GB" dirty="0" err="1"/>
              <a:t>Posit’s</a:t>
            </a:r>
            <a:r>
              <a:rPr lang="en-GB" dirty="0"/>
              <a:t> attempt to bring R Markdown to everyone!</a:t>
            </a:r>
          </a:p>
          <a:p>
            <a:pPr defTabSz="914400">
              <a:lnSpc>
                <a:spcPct val="120000"/>
              </a:lnSpc>
              <a:spcBef>
                <a:spcPts val="200"/>
              </a:spcBef>
              <a:buClr>
                <a:schemeClr val="tx2"/>
              </a:buClr>
              <a:buSzPct val="100000"/>
            </a:pPr>
            <a:r>
              <a:rPr lang="en-GB" dirty="0"/>
              <a:t>Quarto was developed to be multilingual, beginning with R, Python, </a:t>
            </a:r>
            <a:r>
              <a:rPr lang="en-GB" dirty="0" err="1"/>
              <a:t>Javascript</a:t>
            </a:r>
            <a:r>
              <a:rPr lang="en-GB" dirty="0"/>
              <a:t>, and Julia, with the idea that it will work even for languages that don’t yet exist.</a:t>
            </a:r>
          </a:p>
        </p:txBody>
      </p:sp>
    </p:spTree>
    <p:extLst>
      <p:ext uri="{BB962C8B-B14F-4D97-AF65-F5344CB8AC3E}">
        <p14:creationId xmlns:p14="http://schemas.microsoft.com/office/powerpoint/2010/main" val="3157703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6EFAFC-9572-1C76-8D42-C550A79A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8EEBC5-04D0-03CD-778F-13676D988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Quarto Basics 2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4BE29-89F7-3073-1EAF-70B8977ECC7A}"/>
              </a:ext>
            </a:extLst>
          </p:cNvPr>
          <p:cNvSpPr txBox="1"/>
          <p:nvPr/>
        </p:nvSpPr>
        <p:spPr>
          <a:xfrm>
            <a:off x="4352925" y="400599"/>
            <a:ext cx="7067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Structured Quarto Dashboard: Update the Data, Refresh the Insights 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D5C92B-0AB1-9F80-C16D-5A63F3C1D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837" y="1094544"/>
            <a:ext cx="7646650" cy="46684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0FEBBAB-A9C9-7988-9671-FEE20B7014D2}"/>
              </a:ext>
            </a:extLst>
          </p:cNvPr>
          <p:cNvSpPr txBox="1"/>
          <p:nvPr/>
        </p:nvSpPr>
        <p:spPr>
          <a:xfrm>
            <a:off x="4581526" y="6050810"/>
            <a:ext cx="7067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3"/>
              </a:rPr>
              <a:t>Files - </a:t>
            </a:r>
          </a:p>
          <a:p>
            <a:r>
              <a:rPr lang="en-GB" dirty="0">
                <a:hlinkClick r:id="rId3"/>
              </a:rPr>
              <a:t>website/</a:t>
            </a:r>
            <a:r>
              <a:rPr lang="en-GB" dirty="0" err="1">
                <a:hlinkClick r:id="rId3"/>
              </a:rPr>
              <a:t>lunchbites</a:t>
            </a:r>
            <a:r>
              <a:rPr lang="en-GB" dirty="0">
                <a:hlinkClick r:id="rId3"/>
              </a:rPr>
              <a:t>/quarto-basics-2 at main · PSIAIMS/website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5953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76619B-1C12-25D3-2470-41517581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720A569-F957-4FAB-A12C-DB07D21B5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495892-7A03-4A05-EF89-A54326B11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AC8A9F-F273-8F45-A076-B97885795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CB53C3-BAAC-2199-6002-0B1B5B321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AB79F0F-C170-726C-CB60-E56F013AF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B449A1-0F5C-BCD5-3EAD-2147DFE46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Quarto Basics 2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F839C-1E43-6838-F43B-737FBAB4CB3C}"/>
              </a:ext>
            </a:extLst>
          </p:cNvPr>
          <p:cNvSpPr txBox="1"/>
          <p:nvPr/>
        </p:nvSpPr>
        <p:spPr>
          <a:xfrm>
            <a:off x="4352925" y="400599"/>
            <a:ext cx="70675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Links</a:t>
            </a:r>
          </a:p>
          <a:p>
            <a:endParaRPr lang="en-US" dirty="0"/>
          </a:p>
          <a:p>
            <a:r>
              <a:rPr lang="en-GB" dirty="0">
                <a:hlinkClick r:id="rId2"/>
              </a:rPr>
              <a:t>Quarto</a:t>
            </a:r>
            <a:endParaRPr lang="en-GB" dirty="0"/>
          </a:p>
          <a:p>
            <a:r>
              <a:rPr lang="en-US" dirty="0"/>
              <a:t> </a:t>
            </a:r>
          </a:p>
          <a:p>
            <a:r>
              <a:rPr lang="en-US" dirty="0">
                <a:hlinkClick r:id="rId3"/>
              </a:rPr>
              <a:t>https://quarto.org/docs/dashboards/layout.html#cards</a:t>
            </a:r>
            <a:endParaRPr lang="en-US" dirty="0"/>
          </a:p>
          <a:p>
            <a:r>
              <a:rPr lang="en-US" dirty="0"/>
              <a:t> </a:t>
            </a:r>
          </a:p>
          <a:p>
            <a:r>
              <a:rPr lang="en-US" dirty="0"/>
              <a:t> </a:t>
            </a:r>
          </a:p>
          <a:p>
            <a:r>
              <a:rPr lang="en-GB" dirty="0">
                <a:hlinkClick r:id="rId4"/>
              </a:rPr>
              <a:t>Build-a-Dashboard Workshop</a:t>
            </a:r>
            <a:endParaRPr lang="en-GB" dirty="0"/>
          </a:p>
          <a:p>
            <a:r>
              <a:rPr lang="en-US" dirty="0"/>
              <a:t> </a:t>
            </a:r>
          </a:p>
          <a:p>
            <a:r>
              <a:rPr lang="en-GB" dirty="0">
                <a:hlinkClick r:id="rId5"/>
              </a:rPr>
              <a:t>Mickaël CANOUIL, Ph.D. – Mickaël CANOUIL</a:t>
            </a:r>
            <a:endParaRPr lang="en-GB" dirty="0"/>
          </a:p>
          <a:p>
            <a:r>
              <a:rPr lang="en-US" dirty="0"/>
              <a:t> </a:t>
            </a:r>
          </a:p>
          <a:p>
            <a:r>
              <a:rPr lang="en-GB" dirty="0">
                <a:hlinkClick r:id="rId6"/>
              </a:rPr>
              <a:t>Clinical Study Report</a:t>
            </a:r>
            <a:endParaRPr lang="en-GB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0952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67d722d-aa8a-4777-a169-ebeb7a6a3b67}" enabled="0" method="" siteId="{b67d722d-aa8a-4777-a169-ebeb7a6a3b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Open-Source Lunch Bites</vt:lpstr>
      <vt:lpstr>Introduction</vt:lpstr>
      <vt:lpstr>Topics</vt:lpstr>
      <vt:lpstr>So Far…</vt:lpstr>
      <vt:lpstr>Quarto Basics</vt:lpstr>
      <vt:lpstr>Quarto Basics 2 </vt:lpstr>
      <vt:lpstr>Quarto Basics 2 </vt:lpstr>
    </vt:vector>
  </TitlesOfParts>
  <Company>Thermo Fisher Scientific,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Brown, Martin</dc:creator>
  <cp:lastModifiedBy>Brown, Martin</cp:lastModifiedBy>
  <cp:revision>1</cp:revision>
  <dcterms:created xsi:type="dcterms:W3CDTF">2025-07-31T15:10:17Z</dcterms:created>
  <dcterms:modified xsi:type="dcterms:W3CDTF">2026-10-14T22:15:36Z</dcterms:modified>
</cp:coreProperties>
</file>